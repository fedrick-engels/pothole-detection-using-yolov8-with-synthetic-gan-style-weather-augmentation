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Pothole Detection using YOLOv8 with Synthetic GAN-Style Augmentation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flipV="1">
            <a:off x="3652684" y="10102644"/>
            <a:ext cx="6400800" cy="25497505"/>
          </a:xfrm>
        </p:spPr>
        <p:txBody>
          <a:bodyPr/>
          <a:lstStyle/>
          <a:p>
            <a:r>
              <a:rPr dirty="0"/>
              <a:t>Project Presentation</a:t>
            </a:r>
          </a:p>
          <a:p>
            <a:r>
              <a:rPr dirty="0"/>
              <a:t>Team Members: ()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95983B-666F-53FC-CB39-178AD6BDF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084" y="4092281"/>
            <a:ext cx="400192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>
                <a:latin typeface="Arial" panose="020B0604020202020204" pitchFamily="34" charset="0"/>
              </a:rPr>
              <a:t>TEAM MEMBERS:</a:t>
            </a:r>
            <a:br>
              <a:rPr lang="en-US" altLang="en-US"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BHARATH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VIKRAMAN.E 23MIA1059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MRIDULA.S 23MIA1004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FEDRICK ENGELS 23MIA1082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/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Potholes cause accidents, vehicle damage, and traffic issues.</a:t>
            </a:r>
          </a:p>
          <a:p>
            <a:r>
              <a:t>• Manual detection is inefficient and slow.</a:t>
            </a:r>
          </a:p>
          <a:p>
            <a:r>
              <a:t>• Deep learning provides automated, scalable detection.</a:t>
            </a:r>
          </a:p>
          <a:p>
            <a:r>
              <a:t>• Adverse weather reduces accuracy → requires robust augmentation.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 Paper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• Base Paper: 'Pothole Detection in Adverse Weather using Attention-based YOLOv8 &amp; GAN Augmentation' (2024)</a:t>
            </a:r>
          </a:p>
          <a:p>
            <a:r>
              <a:t>• Uses GAN-generated fog/rain images + attention modules.</a:t>
            </a:r>
          </a:p>
          <a:p>
            <a:r>
              <a:t>• High accuracy but computationally expensive.</a:t>
            </a:r>
          </a:p>
          <a:p>
            <a:r>
              <a:t>• Our approach simulates GAN-style images without training a real GAN.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Dataset Preparation using Roboflow</a:t>
            </a:r>
          </a:p>
          <a:p>
            <a:r>
              <a:t>2. Synthetic augmentation: fog, haze, dusk, rain, dust-storm</a:t>
            </a:r>
          </a:p>
          <a:p>
            <a:r>
              <a:t>3. YOLOv8 model training in Google Colab</a:t>
            </a:r>
          </a:p>
          <a:p>
            <a:r>
              <a:t>4. Inference pipeline for real-time detection</a:t>
            </a:r>
          </a:p>
          <a:p>
            <a:r>
              <a:t>5. Evaluation: ROC, PR, Confusion Matrix, 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Precision: 0.89 | Recall: 0.84 | F1-score: 0.86</a:t>
            </a:r>
          </a:p>
          <a:p>
            <a:r>
              <a:t>• ROC-AUC: 0.91 | PR-AUC: 0.88</a:t>
            </a:r>
          </a:p>
          <a:p>
            <a:r>
              <a:t>• mAP@0.5: 0.91 | mAP@0.5:0.95: 0.78</a:t>
            </a:r>
          </a:p>
          <a:p>
            <a:r>
              <a:t>• Robust performance under fog, dusk, rain, dust simulation.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Key Findings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Key Findings:</a:t>
            </a:r>
          </a:p>
          <a:p>
            <a:r>
              <a:t>• Synthetic augmentation improved robustness.</a:t>
            </a:r>
          </a:p>
          <a:p>
            <a:r>
              <a:t>• YOLOv8 performs well in real-time.</a:t>
            </a:r>
          </a:p>
          <a:p>
            <a:endParaRPr/>
          </a:p>
          <a:p>
            <a:r>
              <a:t>Future Enhancements:</a:t>
            </a:r>
          </a:p>
          <a:p>
            <a:r>
              <a:t>• Upgrade to YOLO11</a:t>
            </a:r>
          </a:p>
          <a:p>
            <a:r>
              <a:t>• Use real GAN models for synthesis</a:t>
            </a:r>
          </a:p>
          <a:p>
            <a:r>
              <a:t>• Deploy on edge devices</a:t>
            </a:r>
          </a:p>
          <a:p>
            <a:r>
              <a:t>• Integrate video detection + tracking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268</Words>
  <Application>Microsoft Office PowerPoint</Application>
  <PresentationFormat>On-screen Show (4:3)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Pothole Detection using YOLOv8 with Synthetic GAN-Style Augmentation</vt:lpstr>
      <vt:lpstr>Motivation / Problem Statement</vt:lpstr>
      <vt:lpstr>Base Paper Summary</vt:lpstr>
      <vt:lpstr>Proposed Methodology</vt:lpstr>
      <vt:lpstr>Results &amp; Metrics</vt:lpstr>
      <vt:lpstr>Key Findings &amp; 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fedrickengels9@outlook.com</cp:lastModifiedBy>
  <cp:revision>2</cp:revision>
  <dcterms:created xsi:type="dcterms:W3CDTF">2013-01-27T09:14:16Z</dcterms:created>
  <dcterms:modified xsi:type="dcterms:W3CDTF">2025-11-13T17:12:41Z</dcterms:modified>
  <cp:category/>
</cp:coreProperties>
</file>